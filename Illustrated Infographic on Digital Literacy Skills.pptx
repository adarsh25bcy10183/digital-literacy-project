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620000" cy="19050000"/>
  <p:notesSz cx="6858000" cy="9144000"/>
  <p:embeddedFontLst>
    <p:embeddedFont>
      <p:font typeface="DM Sans" charset="1" panose="00000000000000000000"/>
      <p:regular r:id="rId7"/>
    </p:embeddedFont>
    <p:embeddedFont>
      <p:font typeface="DM Sans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620000" cy="19050000"/>
          </a:xfrm>
          <a:custGeom>
            <a:avLst/>
            <a:gdLst/>
            <a:ahLst/>
            <a:cxnLst/>
            <a:rect r="r" b="b" t="t" l="l"/>
            <a:pathLst>
              <a:path h="19050000" w="7620000">
                <a:moveTo>
                  <a:pt x="0" y="0"/>
                </a:moveTo>
                <a:lnTo>
                  <a:pt x="7620000" y="0"/>
                </a:lnTo>
                <a:lnTo>
                  <a:pt x="7620000" y="19050000"/>
                </a:lnTo>
                <a:lnTo>
                  <a:pt x="0" y="190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620000" cy="2286000"/>
          </a:xfrm>
          <a:custGeom>
            <a:avLst/>
            <a:gdLst/>
            <a:ahLst/>
            <a:cxnLst/>
            <a:rect r="r" b="b" t="t" l="l"/>
            <a:pathLst>
              <a:path h="2286000" w="7620000">
                <a:moveTo>
                  <a:pt x="0" y="0"/>
                </a:moveTo>
                <a:lnTo>
                  <a:pt x="7620000" y="0"/>
                </a:lnTo>
                <a:lnTo>
                  <a:pt x="7620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2630150"/>
            <a:ext cx="7620000" cy="6419850"/>
          </a:xfrm>
          <a:custGeom>
            <a:avLst/>
            <a:gdLst/>
            <a:ahLst/>
            <a:cxnLst/>
            <a:rect r="r" b="b" t="t" l="l"/>
            <a:pathLst>
              <a:path h="6419850" w="7620000">
                <a:moveTo>
                  <a:pt x="0" y="0"/>
                </a:moveTo>
                <a:lnTo>
                  <a:pt x="7620000" y="0"/>
                </a:lnTo>
                <a:lnTo>
                  <a:pt x="7620000" y="6419850"/>
                </a:lnTo>
                <a:lnTo>
                  <a:pt x="0" y="6419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0640" y="1962150"/>
            <a:ext cx="501396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4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ability to effectively and safely navigate, evaluate, and create information using digital technologies.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229350" y="2476500"/>
            <a:ext cx="1057275" cy="3943350"/>
          </a:xfrm>
          <a:custGeom>
            <a:avLst/>
            <a:gdLst/>
            <a:ahLst/>
            <a:cxnLst/>
            <a:rect r="r" b="b" t="t" l="l"/>
            <a:pathLst>
              <a:path h="3943350" w="1057275">
                <a:moveTo>
                  <a:pt x="0" y="0"/>
                </a:moveTo>
                <a:lnTo>
                  <a:pt x="1057275" y="0"/>
                </a:lnTo>
                <a:lnTo>
                  <a:pt x="1057275" y="3943350"/>
                </a:lnTo>
                <a:lnTo>
                  <a:pt x="0" y="3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5800" y="3724275"/>
            <a:ext cx="1571625" cy="1666875"/>
          </a:xfrm>
          <a:custGeom>
            <a:avLst/>
            <a:gdLst/>
            <a:ahLst/>
            <a:cxnLst/>
            <a:rect r="r" b="b" t="t" l="l"/>
            <a:pathLst>
              <a:path h="1666875" w="1571625">
                <a:moveTo>
                  <a:pt x="0" y="0"/>
                </a:moveTo>
                <a:lnTo>
                  <a:pt x="1571625" y="0"/>
                </a:lnTo>
                <a:lnTo>
                  <a:pt x="15716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62250" y="3933825"/>
            <a:ext cx="1914525" cy="1657350"/>
          </a:xfrm>
          <a:custGeom>
            <a:avLst/>
            <a:gdLst/>
            <a:ahLst/>
            <a:cxnLst/>
            <a:rect r="r" b="b" t="t" l="l"/>
            <a:pathLst>
              <a:path h="1657350" w="1914525">
                <a:moveTo>
                  <a:pt x="0" y="0"/>
                </a:moveTo>
                <a:lnTo>
                  <a:pt x="1914525" y="0"/>
                </a:lnTo>
                <a:lnTo>
                  <a:pt x="1914525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91125" y="3724275"/>
            <a:ext cx="1571625" cy="1866900"/>
          </a:xfrm>
          <a:custGeom>
            <a:avLst/>
            <a:gdLst/>
            <a:ahLst/>
            <a:cxnLst/>
            <a:rect r="r" b="b" t="t" l="l"/>
            <a:pathLst>
              <a:path h="1866900" w="1571625">
                <a:moveTo>
                  <a:pt x="0" y="0"/>
                </a:moveTo>
                <a:lnTo>
                  <a:pt x="1571625" y="0"/>
                </a:lnTo>
                <a:lnTo>
                  <a:pt x="157162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9700" y="6076950"/>
            <a:ext cx="48006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6"/>
              </a:lnSpc>
            </a:pPr>
            <a:r>
              <a:rPr lang="en-US" b="true" sz="4038" spc="-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Useful Digital Tools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33375" y="6210300"/>
            <a:ext cx="1057275" cy="7667625"/>
          </a:xfrm>
          <a:custGeom>
            <a:avLst/>
            <a:gdLst/>
            <a:ahLst/>
            <a:cxnLst/>
            <a:rect r="r" b="b" t="t" l="l"/>
            <a:pathLst>
              <a:path h="7667625" w="1057275">
                <a:moveTo>
                  <a:pt x="0" y="0"/>
                </a:moveTo>
                <a:lnTo>
                  <a:pt x="1057275" y="0"/>
                </a:lnTo>
                <a:lnTo>
                  <a:pt x="1057275" y="7667625"/>
                </a:lnTo>
                <a:lnTo>
                  <a:pt x="0" y="766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1125" y="6829425"/>
            <a:ext cx="1914525" cy="1876425"/>
          </a:xfrm>
          <a:custGeom>
            <a:avLst/>
            <a:gdLst/>
            <a:ahLst/>
            <a:cxnLst/>
            <a:rect r="r" b="b" t="t" l="l"/>
            <a:pathLst>
              <a:path h="1876425" w="1914525">
                <a:moveTo>
                  <a:pt x="0" y="0"/>
                </a:moveTo>
                <a:lnTo>
                  <a:pt x="1914525" y="0"/>
                </a:lnTo>
                <a:lnTo>
                  <a:pt x="191452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57300" y="8786035"/>
            <a:ext cx="2065020" cy="65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37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Cloud Storage Apps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495800" y="6829425"/>
            <a:ext cx="1743075" cy="1876425"/>
          </a:xfrm>
          <a:custGeom>
            <a:avLst/>
            <a:gdLst/>
            <a:ahLst/>
            <a:cxnLst/>
            <a:rect r="r" b="b" t="t" l="l"/>
            <a:pathLst>
              <a:path h="1876425" w="1743075">
                <a:moveTo>
                  <a:pt x="0" y="0"/>
                </a:moveTo>
                <a:lnTo>
                  <a:pt x="1743075" y="0"/>
                </a:lnTo>
                <a:lnTo>
                  <a:pt x="17430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62400" y="8796010"/>
            <a:ext cx="2819400" cy="63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30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Video Conferencing Software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81125" y="9525000"/>
            <a:ext cx="1914525" cy="2076450"/>
          </a:xfrm>
          <a:custGeom>
            <a:avLst/>
            <a:gdLst/>
            <a:ahLst/>
            <a:cxnLst/>
            <a:rect r="r" b="b" t="t" l="l"/>
            <a:pathLst>
              <a:path h="2076450" w="1914525">
                <a:moveTo>
                  <a:pt x="0" y="0"/>
                </a:moveTo>
                <a:lnTo>
                  <a:pt x="1914525" y="0"/>
                </a:lnTo>
                <a:lnTo>
                  <a:pt x="1914525" y="2076450"/>
                </a:ln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09700" y="11634460"/>
            <a:ext cx="1744980" cy="63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30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Note-taking Apps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495800" y="9725025"/>
            <a:ext cx="1743075" cy="1876425"/>
          </a:xfrm>
          <a:custGeom>
            <a:avLst/>
            <a:gdLst/>
            <a:ahLst/>
            <a:cxnLst/>
            <a:rect r="r" b="b" t="t" l="l"/>
            <a:pathLst>
              <a:path h="1876425" w="1743075">
                <a:moveTo>
                  <a:pt x="0" y="0"/>
                </a:moveTo>
                <a:lnTo>
                  <a:pt x="1743075" y="0"/>
                </a:lnTo>
                <a:lnTo>
                  <a:pt x="17430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450080" y="11634460"/>
            <a:ext cx="1920240" cy="63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30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Collaborative Platforms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9740" y="13430250"/>
            <a:ext cx="422148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6"/>
              </a:lnSpc>
            </a:pPr>
            <a:r>
              <a:rPr lang="en-US" b="true" sz="4038" spc="-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Wellbeing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048375" y="10553700"/>
            <a:ext cx="1228725" cy="3324225"/>
          </a:xfrm>
          <a:custGeom>
            <a:avLst/>
            <a:gdLst/>
            <a:ahLst/>
            <a:cxnLst/>
            <a:rect r="r" b="b" t="t" l="l"/>
            <a:pathLst>
              <a:path h="3324225" w="1228725">
                <a:moveTo>
                  <a:pt x="0" y="0"/>
                </a:moveTo>
                <a:lnTo>
                  <a:pt x="1228725" y="0"/>
                </a:lnTo>
                <a:lnTo>
                  <a:pt x="1228725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33375" y="14077950"/>
            <a:ext cx="4171950" cy="4352925"/>
          </a:xfrm>
          <a:custGeom>
            <a:avLst/>
            <a:gdLst/>
            <a:ahLst/>
            <a:cxnLst/>
            <a:rect r="r" b="b" t="t" l="l"/>
            <a:pathLst>
              <a:path h="4352925" w="4171950">
                <a:moveTo>
                  <a:pt x="0" y="0"/>
                </a:moveTo>
                <a:lnTo>
                  <a:pt x="4171950" y="0"/>
                </a:lnTo>
                <a:lnTo>
                  <a:pt x="4171950" y="4352925"/>
                </a:lnTo>
                <a:lnTo>
                  <a:pt x="0" y="43529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09675" y="14487525"/>
            <a:ext cx="695325" cy="838200"/>
          </a:xfrm>
          <a:custGeom>
            <a:avLst/>
            <a:gdLst/>
            <a:ahLst/>
            <a:cxnLst/>
            <a:rect r="r" b="b" t="t" l="l"/>
            <a:pathLst>
              <a:path h="838200" w="695325">
                <a:moveTo>
                  <a:pt x="0" y="0"/>
                </a:moveTo>
                <a:lnTo>
                  <a:pt x="695325" y="0"/>
                </a:lnTo>
                <a:lnTo>
                  <a:pt x="69532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9160" y="15220950"/>
            <a:ext cx="143256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"/>
              </a:lnSpc>
            </a:pPr>
            <a:r>
              <a:rPr lang="en-US" sz="137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Mindful Downtime (20%)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57250" y="16144875"/>
            <a:ext cx="704850" cy="628650"/>
          </a:xfrm>
          <a:custGeom>
            <a:avLst/>
            <a:gdLst/>
            <a:ahLst/>
            <a:cxnLst/>
            <a:rect r="r" b="b" t="t" l="l"/>
            <a:pathLst>
              <a:path h="628650" w="704850">
                <a:moveTo>
                  <a:pt x="0" y="0"/>
                </a:moveTo>
                <a:lnTo>
                  <a:pt x="704850" y="0"/>
                </a:lnTo>
                <a:lnTo>
                  <a:pt x="70485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09600" y="16849725"/>
            <a:ext cx="11125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Entertainment (20%)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066925" y="17183100"/>
            <a:ext cx="885825" cy="628650"/>
          </a:xfrm>
          <a:custGeom>
            <a:avLst/>
            <a:gdLst/>
            <a:ahLst/>
            <a:cxnLst/>
            <a:rect r="r" b="b" t="t" l="l"/>
            <a:pathLst>
              <a:path h="628650" w="885825">
                <a:moveTo>
                  <a:pt x="0" y="0"/>
                </a:moveTo>
                <a:lnTo>
                  <a:pt x="885825" y="0"/>
                </a:lnTo>
                <a:lnTo>
                  <a:pt x="8858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457575" y="16144875"/>
            <a:ext cx="695325" cy="628650"/>
          </a:xfrm>
          <a:custGeom>
            <a:avLst/>
            <a:gdLst/>
            <a:ahLst/>
            <a:cxnLst/>
            <a:rect r="r" b="b" t="t" l="l"/>
            <a:pathLst>
              <a:path h="628650" w="695325">
                <a:moveTo>
                  <a:pt x="0" y="0"/>
                </a:moveTo>
                <a:lnTo>
                  <a:pt x="695325" y="0"/>
                </a:lnTo>
                <a:lnTo>
                  <a:pt x="6953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238500" y="15563850"/>
            <a:ext cx="118872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8"/>
              </a:lnSpc>
            </a:pPr>
            <a:r>
              <a:rPr lang="en-US" sz="127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Productive Work/Learning (40%)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22120" y="15998486"/>
            <a:ext cx="1531620" cy="86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8"/>
              </a:lnSpc>
            </a:pPr>
            <a:r>
              <a:rPr lang="en-US" sz="205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Balanced Screen Time Habits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572250" y="15106650"/>
            <a:ext cx="885825" cy="838200"/>
          </a:xfrm>
          <a:custGeom>
            <a:avLst/>
            <a:gdLst/>
            <a:ahLst/>
            <a:cxnLst/>
            <a:rect r="r" b="b" t="t" l="l"/>
            <a:pathLst>
              <a:path h="838200" w="885825">
                <a:moveTo>
                  <a:pt x="0" y="0"/>
                </a:moveTo>
                <a:lnTo>
                  <a:pt x="885825" y="0"/>
                </a:lnTo>
                <a:lnTo>
                  <a:pt x="88582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663440" y="14944725"/>
            <a:ext cx="227076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562" indent="-252281" lvl="1">
              <a:lnSpc>
                <a:spcPts val="2804"/>
              </a:lnSpc>
              <a:buFont typeface="Arial"/>
              <a:buChar char="•"/>
            </a:pPr>
            <a:r>
              <a:rPr lang="en-US" b="true" sz="23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Take breaks regularly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572250" y="15935325"/>
            <a:ext cx="885825" cy="838200"/>
          </a:xfrm>
          <a:custGeom>
            <a:avLst/>
            <a:gdLst/>
            <a:ahLst/>
            <a:cxnLst/>
            <a:rect r="r" b="b" t="t" l="l"/>
            <a:pathLst>
              <a:path h="838200" w="885825">
                <a:moveTo>
                  <a:pt x="0" y="0"/>
                </a:moveTo>
                <a:lnTo>
                  <a:pt x="885825" y="0"/>
                </a:lnTo>
                <a:lnTo>
                  <a:pt x="88582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663440" y="16116300"/>
            <a:ext cx="22707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253" indent="-244627" lvl="1">
              <a:lnSpc>
                <a:spcPts val="2719"/>
              </a:lnSpc>
              <a:buFont typeface="Arial"/>
              <a:buChar char="•"/>
            </a:pPr>
            <a:r>
              <a:rPr lang="en-US" b="true" sz="226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Customize notifications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753225" y="17183100"/>
            <a:ext cx="704850" cy="838200"/>
          </a:xfrm>
          <a:custGeom>
            <a:avLst/>
            <a:gdLst/>
            <a:ahLst/>
            <a:cxnLst/>
            <a:rect r="r" b="b" t="t" l="l"/>
            <a:pathLst>
              <a:path h="838200" w="704850">
                <a:moveTo>
                  <a:pt x="0" y="0"/>
                </a:moveTo>
                <a:lnTo>
                  <a:pt x="704850" y="0"/>
                </a:lnTo>
                <a:lnTo>
                  <a:pt x="7048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663440" y="17278350"/>
            <a:ext cx="227076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68" indent="-259934" lvl="1">
              <a:lnSpc>
                <a:spcPts val="2889"/>
              </a:lnSpc>
              <a:buFont typeface="Arial"/>
              <a:buChar char="•"/>
            </a:pPr>
            <a:r>
              <a:rPr lang="en-US" b="true" sz="240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Set boundaries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21180" y="17840325"/>
            <a:ext cx="14173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Social Connection (20%)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04800" y="381000"/>
            <a:ext cx="701040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 spc="-96">
                <a:solidFill>
                  <a:srgbClr val="001C4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Digital Literacy?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A vibrant infographic displaying 'Digital Literacy,' 'Useful Tools,' and 'Digital Wellbeing' with engaging visuals and clear textual descriptions.</dc:description>
  <dc:identifier>DAHE-b7CZek</dc:identifier>
  <dcterms:modified xsi:type="dcterms:W3CDTF">2011-08-01T06:04:30Z</dcterms:modified>
  <cp:revision>1</cp:revision>
  <dc:title>Illustrated Infographic on Digital Literacy Skills</dc:title>
</cp:coreProperties>
</file>